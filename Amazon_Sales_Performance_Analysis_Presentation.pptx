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8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78"/>
        <p:guide pos="29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775460" cy="12604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</a:t>
            </a:r>
            <a:br/>
            <a:r>
              <a:t>ANALYSIS</a:t>
            </a:r>
          </a:p>
          <a:p>
            <a:pPr>
              <a:defRPr sz="1300">
                <a:solidFill>
                  <a:srgbClr val="DAE4EF"/>
                </a:solidFill>
              </a:defRPr>
            </a:pPr>
            <a:br/>
            <a:r>
              <a:t>AWS •</a:t>
            </a:r>
            <a:r>
              <a:rPr lang="en-US"/>
              <a:t>Cloud Computing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09290" y="746125"/>
            <a:ext cx="642048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263F"/>
                </a:solidFill>
              </a:defRPr>
            </a:pPr>
            <a:r>
              <a:rPr sz="4000"/>
              <a:t>Amazon Sales</a:t>
            </a:r>
            <a:br>
              <a:rPr sz="4000"/>
            </a:br>
            <a:r>
              <a:rPr sz="4000"/>
              <a:t>Performance Analysis</a:t>
            </a:r>
            <a:endParaRPr sz="4000"/>
          </a:p>
        </p:txBody>
      </p:sp>
      <p:sp>
        <p:nvSpPr>
          <p:cNvPr id="6" name="TextBox 5"/>
          <p:cNvSpPr txBox="1"/>
          <p:nvPr/>
        </p:nvSpPr>
        <p:spPr>
          <a:xfrm>
            <a:off x="3474720" y="3154680"/>
            <a:ext cx="4488180" cy="4502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000">
                <a:solidFill>
                  <a:srgbClr val="2A69AD"/>
                </a:solidFill>
              </a:defRPr>
            </a:pPr>
            <a:r>
              <a:rPr sz="2400"/>
              <a:t>Business Intelligence Dashboard</a:t>
            </a:r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209290" y="4902200"/>
            <a:ext cx="4763135" cy="135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rPr sz="2400"/>
              <a:t>Grace Amolegbe</a:t>
            </a:r>
            <a:endParaRPr sz="2400"/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rPr lang="en-US" sz="2400"/>
              <a:t>Blooming Hearts Foundation</a:t>
            </a:r>
            <a:endParaRPr lang="en-US" sz="2400"/>
          </a:p>
          <a:p>
            <a:pPr>
              <a:spcAft>
                <a:spcPts val="600"/>
              </a:spcAft>
              <a:defRPr sz="1300">
                <a:solidFill>
                  <a:srgbClr val="2D3741"/>
                </a:solidFill>
              </a:defRPr>
            </a:pPr>
            <a:r>
              <a:rPr sz="2400"/>
              <a:t>August 2026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8338"/>
            <a:ext cx="389890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63F"/>
                </a:solidFill>
              </a:rPr>
              <a:t>Business Problem</a:t>
            </a:r>
            <a:endParaRPr sz="4000" b="1">
              <a:solidFill>
                <a:srgbClr val="1226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39744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D3741"/>
                </a:solidFill>
              </a:rPr>
              <a:t>What does management need to understand?</a:t>
            </a:r>
            <a:endParaRPr sz="1600">
              <a:solidFill>
                <a:srgbClr val="2D374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263F"/>
                </a:solidFill>
              </a:defRPr>
            </a:pPr>
            <a:r>
              <a:t>How can sales data help the business make better decisions?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4495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69AD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38729"/>
            <a:ext cx="13766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rPr sz="1800"/>
              <a:t>Overall sales</a:t>
            </a:r>
            <a:endParaRPr sz="1800"/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302958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1"/>
                </a:solidFill>
              </a:defRPr>
            </a:pPr>
            <a:r>
              <a:rPr sz="1400"/>
              <a:t>How much revenue is being generated?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4389120" y="28803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04495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69AD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026664"/>
            <a:ext cx="14084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rPr sz="1800"/>
              <a:t>Top products</a:t>
            </a:r>
            <a:endParaRPr sz="1800"/>
          </a:p>
        </p:txBody>
      </p:sp>
      <p:sp>
        <p:nvSpPr>
          <p:cNvPr id="14" name="TextBox 13"/>
          <p:cNvSpPr txBox="1"/>
          <p:nvPr/>
        </p:nvSpPr>
        <p:spPr>
          <a:xfrm>
            <a:off x="4572000" y="3447288"/>
            <a:ext cx="311848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1"/>
                </a:solidFill>
              </a:defRPr>
            </a:pPr>
            <a:r>
              <a:rPr sz="1400"/>
              <a:t>Which products drive the most revenue?</a:t>
            </a:r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8046720" y="2880360"/>
            <a:ext cx="3443605" cy="1195705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04495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69AD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026664"/>
            <a:ext cx="132651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rPr sz="1800"/>
              <a:t>Sales trends</a:t>
            </a:r>
            <a:endParaRPr sz="1800"/>
          </a:p>
        </p:txBody>
      </p:sp>
      <p:sp>
        <p:nvSpPr>
          <p:cNvPr id="18" name="TextBox 17"/>
          <p:cNvSpPr txBox="1"/>
          <p:nvPr/>
        </p:nvSpPr>
        <p:spPr>
          <a:xfrm>
            <a:off x="8229600" y="3447288"/>
            <a:ext cx="290004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1"/>
                </a:solidFill>
              </a:defRPr>
            </a:pPr>
            <a:r>
              <a:rPr sz="1400"/>
              <a:t>When are sales strongest or weakest?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69AD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35424"/>
            <a:ext cx="9245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rPr sz="1800"/>
              <a:t>Regions</a:t>
            </a:r>
            <a:endParaRPr sz="1800"/>
          </a:p>
        </p:txBody>
      </p:sp>
      <p:sp>
        <p:nvSpPr>
          <p:cNvPr id="22" name="TextBox 21"/>
          <p:cNvSpPr txBox="1"/>
          <p:nvPr/>
        </p:nvSpPr>
        <p:spPr>
          <a:xfrm>
            <a:off x="914400" y="4956048"/>
            <a:ext cx="232727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1"/>
                </a:solidFill>
              </a:defRPr>
            </a:pPr>
            <a:r>
              <a:rPr sz="1400"/>
              <a:t>Which markets perform best?</a:t>
            </a:r>
            <a:endParaRPr sz="1400"/>
          </a:p>
        </p:txBody>
      </p:sp>
      <p:sp>
        <p:nvSpPr>
          <p:cNvPr id="23" name="Rounded Rectangle 22"/>
          <p:cNvSpPr/>
          <p:nvPr/>
        </p:nvSpPr>
        <p:spPr>
          <a:xfrm>
            <a:off x="4389120" y="43891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537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A69AD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535424"/>
            <a:ext cx="15087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rPr sz="1800"/>
              <a:t>Opportunities</a:t>
            </a:r>
            <a:endParaRPr sz="1800"/>
          </a:p>
        </p:txBody>
      </p:sp>
      <p:sp>
        <p:nvSpPr>
          <p:cNvPr id="26" name="TextBox 25"/>
          <p:cNvSpPr txBox="1"/>
          <p:nvPr/>
        </p:nvSpPr>
        <p:spPr>
          <a:xfrm>
            <a:off x="4572000" y="4956048"/>
            <a:ext cx="26530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741"/>
                </a:solidFill>
              </a:defRPr>
            </a:pPr>
            <a:r>
              <a:rPr sz="1400"/>
              <a:t>Where can performance improve?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83845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63F"/>
                </a:solidFill>
              </a:rPr>
              <a:t>Data &amp; Tools</a:t>
            </a:r>
            <a:endParaRPr sz="4000" b="1">
              <a:solidFill>
                <a:srgbClr val="1226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9953" y="941832"/>
            <a:ext cx="38493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D3741"/>
                </a:solidFill>
              </a:rPr>
              <a:t>From raw sales records to business decisions</a:t>
            </a:r>
            <a:endParaRPr sz="1600">
              <a:solidFill>
                <a:srgbClr val="2D374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12598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sz="1600"/>
              <a:t>Sales records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73152" cy="1234440"/>
          </a:xfrm>
          <a:prstGeom prst="rect">
            <a:avLst/>
          </a:prstGeom>
          <a:solidFill>
            <a:srgbClr val="2D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18488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2022–2023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115062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sz="1600"/>
              <a:t>Data period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8288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5720" y="3840480"/>
            <a:ext cx="6604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rPr sz="1800"/>
              <a:t>Excel</a:t>
            </a:r>
            <a:endParaRPr sz="1800"/>
          </a:p>
        </p:txBody>
      </p:sp>
      <p:sp>
        <p:nvSpPr>
          <p:cNvPr id="15" name="TextBox 14"/>
          <p:cNvSpPr txBox="1"/>
          <p:nvPr/>
        </p:nvSpPr>
        <p:spPr>
          <a:xfrm>
            <a:off x="907733" y="4251960"/>
            <a:ext cx="147637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D3741"/>
                </a:solidFill>
              </a:defRPr>
            </a:pPr>
            <a:r>
              <a:rPr sz="1400"/>
              <a:t>Inspect &amp; prepare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2587752" y="40050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69AD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657600"/>
            <a:ext cx="18288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3000" y="3840480"/>
            <a:ext cx="4064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rPr sz="1800"/>
              <a:t>S3</a:t>
            </a:r>
            <a:endParaRPr sz="1800"/>
          </a:p>
        </p:txBody>
      </p:sp>
      <p:sp>
        <p:nvSpPr>
          <p:cNvPr id="19" name="TextBox 18"/>
          <p:cNvSpPr txBox="1"/>
          <p:nvPr/>
        </p:nvSpPr>
        <p:spPr>
          <a:xfrm>
            <a:off x="3300413" y="4251960"/>
            <a:ext cx="117157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D3741"/>
                </a:solidFill>
              </a:defRPr>
            </a:pPr>
            <a:r>
              <a:rPr sz="1400"/>
              <a:t>Cloud storage</a:t>
            </a:r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4828031" y="40050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69AD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3657600"/>
            <a:ext cx="18288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8628" y="3840480"/>
            <a:ext cx="11957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rPr sz="1800"/>
              <a:t>QuickSight</a:t>
            </a:r>
            <a:endParaRPr sz="1800"/>
          </a:p>
        </p:txBody>
      </p:sp>
      <p:sp>
        <p:nvSpPr>
          <p:cNvPr id="23" name="TextBox 22"/>
          <p:cNvSpPr txBox="1"/>
          <p:nvPr/>
        </p:nvSpPr>
        <p:spPr>
          <a:xfrm>
            <a:off x="5350828" y="4251960"/>
            <a:ext cx="155130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D3741"/>
                </a:solidFill>
              </a:defRPr>
            </a:pPr>
            <a:r>
              <a:rPr sz="1400"/>
              <a:t>Analyse &amp; visualise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7068312" y="40050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69AD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657600"/>
            <a:ext cx="18288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60018" y="3840480"/>
            <a:ext cx="121348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rPr sz="1800"/>
              <a:t>Dashboard</a:t>
            </a:r>
            <a:endParaRPr sz="1800"/>
          </a:p>
        </p:txBody>
      </p:sp>
      <p:sp>
        <p:nvSpPr>
          <p:cNvPr id="27" name="TextBox 26"/>
          <p:cNvSpPr txBox="1"/>
          <p:nvPr/>
        </p:nvSpPr>
        <p:spPr>
          <a:xfrm>
            <a:off x="7783195" y="4251960"/>
            <a:ext cx="11671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D3741"/>
                </a:solidFill>
              </a:defRPr>
            </a:pPr>
            <a:r>
              <a:rPr sz="1400"/>
              <a:t>Show insights</a:t>
            </a:r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9308592" y="40050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69AD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3657600"/>
            <a:ext cx="1828800" cy="1143000"/>
          </a:xfrm>
          <a:prstGeom prst="roundRect">
            <a:avLst/>
          </a:prstGeom>
          <a:solidFill>
            <a:srgbClr val="E6F2E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67925" y="3840480"/>
            <a:ext cx="10782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rPr sz="1800"/>
              <a:t>Decisions</a:t>
            </a:r>
            <a:endParaRPr sz="1800"/>
          </a:p>
        </p:txBody>
      </p:sp>
      <p:sp>
        <p:nvSpPr>
          <p:cNvPr id="31" name="TextBox 30"/>
          <p:cNvSpPr txBox="1"/>
          <p:nvPr/>
        </p:nvSpPr>
        <p:spPr>
          <a:xfrm>
            <a:off x="10111740" y="4251960"/>
            <a:ext cx="9906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D3741"/>
                </a:solidFill>
              </a:defRPr>
            </a:pPr>
            <a:r>
              <a:rPr sz="1400"/>
              <a:t>Take action</a:t>
            </a:r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1806893" y="5166360"/>
            <a:ext cx="845629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741"/>
                </a:solidFill>
              </a:defRPr>
            </a:pPr>
            <a:r>
              <a:rPr sz="1600"/>
              <a:t>Excel was used to inspect and prepare the data before it was stored in S3 and analysed in QuickSight</a:t>
            </a:r>
            <a: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63F"/>
                </a:solidFill>
              </a:rPr>
              <a:t>KPI Summary</a:t>
            </a:r>
            <a:endParaRPr sz="2700" b="1">
              <a:solidFill>
                <a:srgbClr val="1226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3741"/>
                </a:solidFill>
              </a:rPr>
              <a:t>A quick view of overall sales performance</a:t>
            </a:r>
            <a:endParaRPr sz="1200">
              <a:solidFill>
                <a:srgbClr val="2D374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1554480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$32.87M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3366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sz="1600"/>
              <a:t>Total Revenue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73152" cy="1554480"/>
          </a:xfrm>
          <a:prstGeom prst="rect">
            <a:avLst/>
          </a:prstGeom>
          <a:solidFill>
            <a:srgbClr val="2D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0992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7397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sz="1600"/>
              <a:t>Orders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73152" cy="1554480"/>
          </a:xfrm>
          <a:prstGeom prst="rect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0992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149,970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101282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sz="1600"/>
              <a:t>Units Sold</a:t>
            </a:r>
            <a:endParaRPr sz="1600"/>
          </a:p>
        </p:txBody>
      </p:sp>
      <p:sp>
        <p:nvSpPr>
          <p:cNvPr id="17" name="Rounded Rectangle 16"/>
          <p:cNvSpPr/>
          <p:nvPr/>
        </p:nvSpPr>
        <p:spPr>
          <a:xfrm>
            <a:off x="8823960" y="15087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508760"/>
            <a:ext cx="73152" cy="1554480"/>
          </a:xfrm>
          <a:prstGeom prst="rect">
            <a:avLst/>
          </a:prstGeom>
          <a:solidFill>
            <a:srgbClr val="2D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70992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$657.33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31720"/>
            <a:ext cx="18738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rPr sz="1600"/>
              <a:t>Average Order Value</a:t>
            </a:r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105613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77639"/>
            <a:ext cx="1005649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A69AD"/>
                </a:solidFill>
              </a:defRPr>
            </a:pPr>
            <a:r>
              <a:rPr sz="1800"/>
              <a:t>Key takeaway</a:t>
            </a:r>
            <a:endParaRPr sz="1800"/>
          </a:p>
          <a:p>
            <a:pPr>
              <a:defRPr sz="1800">
                <a:solidFill>
                  <a:srgbClr val="12263F"/>
                </a:solidFill>
              </a:defRPr>
            </a:pPr>
            <a:r>
              <a:t>The business generated strong overall revenue from 50,000 orders, with an average order value of $657.33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47142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63F"/>
                </a:solidFill>
              </a:rPr>
              <a:t>Dashboard</a:t>
            </a:r>
            <a:endParaRPr sz="4000" b="1">
              <a:solidFill>
                <a:srgbClr val="1226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39960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741"/>
                </a:solidFill>
              </a:rPr>
              <a:t>Amazon Sales Performance — QuickSight</a:t>
            </a:r>
            <a:endParaRPr>
              <a:solidFill>
                <a:srgbClr val="2D374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53725" cy="4918075"/>
          </a:xfrm>
          <a:prstGeom prst="roundRect">
            <a:avLst/>
          </a:prstGeom>
          <a:solidFill>
            <a:srgbClr val="F2F6FA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9235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263F"/>
                </a:solidFill>
              </a:defRPr>
            </a:pPr>
            <a:r>
              <a:t>INSERT FULL QUICKSIGHT</a:t>
            </a:r>
            <a:br/>
            <a:r>
              <a:t>DASHBOARD SCREENSHOT HERE</a:t>
            </a:r>
          </a:p>
          <a:p>
            <a:pPr algn="ctr">
              <a:defRPr sz="1200">
                <a:solidFill>
                  <a:srgbClr val="2D3741"/>
                </a:solidFill>
              </a:defRPr>
            </a:pPr>
            <a:r>
              <a:t>Use the final dashboard screenshot at full width for your presentation.</a:t>
            </a:r>
          </a:p>
        </p:txBody>
      </p:sp>
      <p:pic>
        <p:nvPicPr>
          <p:cNvPr id="9" name="Picture 2" descr="2026-08-26 (29)"/>
          <p:cNvPicPr>
            <a:picLocks noChangeAspect="1"/>
          </p:cNvPicPr>
          <p:nvPr/>
        </p:nvPicPr>
        <p:blipFill>
          <a:blip r:embed="rId1"/>
          <a:srcRect l="1833" t="21174" r="5486" b="6001"/>
          <a:stretch>
            <a:fillRect/>
          </a:stretch>
        </p:blipFill>
        <p:spPr>
          <a:xfrm>
            <a:off x="1114425" y="1561465"/>
            <a:ext cx="10059670" cy="4447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80035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63F"/>
                </a:solidFill>
              </a:rPr>
              <a:t>Key Findings</a:t>
            </a:r>
            <a:endParaRPr sz="4000" b="1">
              <a:solidFill>
                <a:srgbClr val="1226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24923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D3741"/>
                </a:solidFill>
              </a:rPr>
              <a:t>What the dashboard tells us</a:t>
            </a:r>
            <a:endParaRPr sz="1600">
              <a:solidFill>
                <a:srgbClr val="2D374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438912" cy="438912"/>
          </a:xfrm>
          <a:prstGeom prst="ellipse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074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07592"/>
            <a:ext cx="92265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rPr sz="2000"/>
              <a:t>Beauty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657600" y="1307592"/>
            <a:ext cx="25603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rPr sz="1800"/>
              <a:t>Highest-revenue category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58568"/>
            <a:ext cx="438912" cy="438912"/>
          </a:xfrm>
          <a:prstGeom prst="ellipse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40279"/>
            <a:ext cx="141922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rPr sz="2000"/>
              <a:t>Middle East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79"/>
            <a:ext cx="24955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rPr sz="1800"/>
              <a:t>Highest regional revenue</a:t>
            </a:r>
            <a:endParaRPr sz="1800"/>
          </a:p>
        </p:txBody>
      </p:sp>
      <p:sp>
        <p:nvSpPr>
          <p:cNvPr id="13" name="Oval 12"/>
          <p:cNvSpPr/>
          <p:nvPr/>
        </p:nvSpPr>
        <p:spPr>
          <a:xfrm>
            <a:off x="777240" y="3191256"/>
            <a:ext cx="438912" cy="438912"/>
          </a:xfrm>
          <a:prstGeom prst="ellipse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72968"/>
            <a:ext cx="15735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rPr sz="2000"/>
              <a:t>January 2023</a:t>
            </a:r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657600" y="3172968"/>
            <a:ext cx="251650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rPr sz="1800"/>
              <a:t>Highest monthly revenue</a:t>
            </a:r>
            <a:endParaRPr sz="1800"/>
          </a:p>
        </p:txBody>
      </p:sp>
      <p:sp>
        <p:nvSpPr>
          <p:cNvPr id="17" name="Oval 16"/>
          <p:cNvSpPr/>
          <p:nvPr/>
        </p:nvSpPr>
        <p:spPr>
          <a:xfrm>
            <a:off x="777240" y="4123944"/>
            <a:ext cx="438912" cy="438912"/>
          </a:xfrm>
          <a:prstGeom prst="ellipse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7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05656"/>
            <a:ext cx="94932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rPr sz="2000"/>
              <a:t>+0.54%</a:t>
            </a:r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3657600" y="4105656"/>
            <a:ext cx="29832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rPr sz="1800"/>
              <a:t>2023 revenue growth vs. 2022</a:t>
            </a:r>
            <a:endParaRPr sz="1800"/>
          </a:p>
        </p:txBody>
      </p:sp>
      <p:sp>
        <p:nvSpPr>
          <p:cNvPr id="21" name="Oval 20"/>
          <p:cNvSpPr/>
          <p:nvPr/>
        </p:nvSpPr>
        <p:spPr>
          <a:xfrm>
            <a:off x="777240" y="5056632"/>
            <a:ext cx="438912" cy="438912"/>
          </a:xfrm>
          <a:prstGeom prst="ellipse">
            <a:avLst/>
          </a:prstGeom>
          <a:solidFill>
            <a:srgbClr val="2A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11496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38344"/>
            <a:ext cx="114427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rPr sz="2000"/>
              <a:t>Balanced</a:t>
            </a:r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3657600" y="5038344"/>
            <a:ext cx="595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rPr sz="1800"/>
              <a:t>Revenue was relatively balanced across categories and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12178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2263F"/>
                </a:solidFill>
              </a:rPr>
              <a:t>Recommendations</a:t>
            </a:r>
            <a:endParaRPr sz="4000" b="1">
              <a:solidFill>
                <a:srgbClr val="12263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36347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741"/>
                </a:solidFill>
              </a:rPr>
              <a:t>Turning findings into practical actions</a:t>
            </a:r>
            <a:endParaRPr>
              <a:solidFill>
                <a:srgbClr val="2D374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98745" cy="110363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69AD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35607"/>
            <a:ext cx="425640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rPr sz="2000"/>
              <a:t>Strengthen high-performing categories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325880" y="1835150"/>
            <a:ext cx="455866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3741"/>
                </a:solidFill>
              </a:defRPr>
            </a:pPr>
            <a:r>
              <a:rPr sz="1300"/>
              <a:t>Keep investing in categories that already generate strong revenue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6217920" y="1344930"/>
            <a:ext cx="5515610" cy="10845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69AD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35607"/>
            <a:ext cx="258889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rPr sz="2000"/>
              <a:t>Investigate low growth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18477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3741"/>
                </a:solidFill>
              </a:defRPr>
            </a:pPr>
            <a:r>
              <a:rPr sz="1300"/>
              <a:t>Find out why 2023 revenue grew only slightly and identify ways to improve</a:t>
            </a:r>
            <a:endParaRPr sz="1300"/>
          </a:p>
        </p:txBody>
      </p:sp>
      <p:sp>
        <p:nvSpPr>
          <p:cNvPr id="13" name="Rounded Rectangle 12"/>
          <p:cNvSpPr/>
          <p:nvPr/>
        </p:nvSpPr>
        <p:spPr>
          <a:xfrm>
            <a:off x="685800" y="26517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072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69AD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61488"/>
            <a:ext cx="30403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rPr sz="2000"/>
              <a:t>Learn from the Middle East</a:t>
            </a:r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087120" y="3157855"/>
            <a:ext cx="472313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3741"/>
                </a:solidFill>
              </a:defRPr>
            </a:pPr>
            <a:r>
              <a:rPr sz="1300"/>
              <a:t>Study what works in this market and apply useful lessons elsewhere</a:t>
            </a:r>
            <a:endParaRPr sz="1300"/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072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69AD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61488"/>
            <a:ext cx="207327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rPr sz="2000"/>
              <a:t>Prepare inventory</a:t>
            </a:r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961505" y="3154680"/>
            <a:ext cx="397700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3741"/>
                </a:solidFill>
              </a:defRPr>
            </a:pPr>
            <a:r>
              <a:rPr sz="1300"/>
              <a:t>Plan stock around high-performing months and 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33087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69AD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87368"/>
            <a:ext cx="245491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F"/>
                </a:solidFill>
              </a:defRPr>
            </a:pPr>
            <a:r>
              <a:rPr sz="2000"/>
              <a:t>Monitor top products</a:t>
            </a:r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1417320" y="4480559"/>
            <a:ext cx="374142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3741"/>
                </a:solidFill>
              </a:defRPr>
            </a:pPr>
            <a:r>
              <a:rPr sz="1300"/>
              <a:t>Track best-selling products closely to protect revenue</a:t>
            </a:r>
            <a:endParaRPr sz="1300"/>
          </a:p>
        </p:txBody>
      </p:sp>
      <p:sp>
        <p:nvSpPr>
          <p:cNvPr id="25" name="TextBox 24"/>
          <p:cNvSpPr txBox="1"/>
          <p:nvPr/>
        </p:nvSpPr>
        <p:spPr>
          <a:xfrm>
            <a:off x="8798560" y="5074920"/>
            <a:ext cx="235712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000" b="1">
                <a:solidFill>
                  <a:srgbClr val="12263F"/>
                </a:solidFill>
              </a:defRPr>
            </a:pPr>
            <a:r>
              <a:rPr sz="4000"/>
              <a:t>Thank 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1972</Words>
  <Application>WPS Presentation</Application>
  <PresentationFormat>On-screen Show (4:3)</PresentationFormat>
  <Paragraphs>189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AMOLEGBE SAMUEL AYOTOMIWA</cp:lastModifiedBy>
  <cp:revision>3</cp:revision>
  <dcterms:created xsi:type="dcterms:W3CDTF">2013-01-27T09:14:00Z</dcterms:created>
  <dcterms:modified xsi:type="dcterms:W3CDTF">2026-08-26T19:21:20Z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881E7F7AF1B445168E798BA98DBD48D6_12</vt:lpwstr>
  </property>
  <property fmtid="{D5CDD505-2E9C-101B-9397-08002B2CF9AE}" pid="3" name="KSOProductBuildVer">
    <vt:lpwstr>1033-12.1.0.28032</vt:lpwstr>
  </property>
</Properties>
</file>